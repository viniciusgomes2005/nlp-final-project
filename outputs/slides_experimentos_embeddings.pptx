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Resumo dos Experimentos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Pipeline: SentencePiece → Embedding → Média → Linear</a:t>
            </a:r>
          </a:p>
          <a:p>
            <a:pPr/>
            <a:r>
              <a:t>Treino: BCEWithLogits + Adam; curvas de loss + PCA(2D) para embeddings</a:t>
            </a:r>
          </a:p>
          <a:p>
            <a:pPr/>
            <a:r>
              <a:t>Parâmetros varridos: vocab_size, dataset_size, embedding_dim</a:t>
            </a:r>
          </a:p>
          <a:p>
            <a:pPr/>
            <a:r>
              <a:t>Melhor experimento: emb_16 (acc_test=0.725)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Accuracy por experimento</a:t>
            </a:r>
          </a:p>
        </p:txBody>
      </p:sp>
      <p:pic>
        <p:nvPicPr>
          <p:cNvPr id="3" name="Picture 2" descr="summary_accura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54480"/>
            <a:ext cx="73152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Impacto do Vocabulário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Experimento: vocab_8k</a:t>
            </a:r>
          </a:p>
          <a:p>
            <a:pPr/>
            <a:r>
              <a:t>vocab_size=8000 | emb_dim=32 | epochs=25</a:t>
            </a:r>
          </a:p>
          <a:p>
            <a:pPr/>
            <a:r>
              <a:t>Accuracy=0.706 | F1=0.706</a:t>
            </a:r>
          </a:p>
          <a:p>
            <a:pPr/>
            <a:r>
              <a:t>Abaixo: curvas de loss e separação no embedding (teste).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Impacto do Vocabulário — Loss</a:t>
            </a:r>
          </a:p>
        </p:txBody>
      </p:sp>
      <p:pic>
        <p:nvPicPr>
          <p:cNvPr id="3" name="Picture 2" descr="vocab_8k_lo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54480"/>
            <a:ext cx="731520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Impacto do Vocabulário — Embeddings (test)</a:t>
            </a:r>
          </a:p>
        </p:txBody>
      </p:sp>
      <p:pic>
        <p:nvPicPr>
          <p:cNvPr id="3" name="Picture 2" descr="vocab_8k_emb_t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54480"/>
            <a:ext cx="73152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Impacto do Tamanho do 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Experimento: data_3k</a:t>
            </a:r>
          </a:p>
          <a:p>
            <a:pPr/>
            <a:r>
              <a:t>vocab_size=4000 | emb_dim=32 | epochs=25</a:t>
            </a:r>
          </a:p>
          <a:p>
            <a:pPr/>
            <a:r>
              <a:t>Accuracy=0.703 | F1=0.703</a:t>
            </a:r>
          </a:p>
          <a:p>
            <a:pPr/>
            <a:r>
              <a:t>Abaixo: curvas de loss e separação no embedding (teste).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Impacto do Tamanho do Dataset — Loss</a:t>
            </a:r>
          </a:p>
        </p:txBody>
      </p:sp>
      <p:pic>
        <p:nvPicPr>
          <p:cNvPr id="3" name="Picture 2" descr="data_3k_lo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54480"/>
            <a:ext cx="731520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Impacto do Tamanho do Dataset — Embeddings (test)</a:t>
            </a:r>
          </a:p>
        </p:txBody>
      </p:sp>
      <p:pic>
        <p:nvPicPr>
          <p:cNvPr id="3" name="Picture 2" descr="data_3k_emb_t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54480"/>
            <a:ext cx="73152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Impacto da Dimensão do Embedding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Experimento: emb_16</a:t>
            </a:r>
          </a:p>
          <a:p>
            <a:pPr/>
            <a:r>
              <a:t>vocab_size=4000 | emb_dim=16 | epochs=25</a:t>
            </a:r>
          </a:p>
          <a:p>
            <a:pPr/>
            <a:r>
              <a:t>Accuracy=0.725 | F1=0.725</a:t>
            </a:r>
          </a:p>
          <a:p>
            <a:pPr/>
            <a:r>
              <a:t>Abaixo: curvas de loss e separação no embedding (teste).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Impacto da Dimensão do Embedding — Loss</a:t>
            </a:r>
          </a:p>
        </p:txBody>
      </p:sp>
      <p:pic>
        <p:nvPicPr>
          <p:cNvPr id="3" name="Picture 2" descr="emb_16_lo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54480"/>
            <a:ext cx="731520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Impacto da Dimensão do Embedding — Embeddings (test)</a:t>
            </a:r>
          </a:p>
        </p:txBody>
      </p:sp>
      <p:pic>
        <p:nvPicPr>
          <p:cNvPr id="3" name="Picture 2" descr="emb_16_emb_t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54480"/>
            <a:ext cx="7315200" cy="5486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